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점수를 매기는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있었는가. 다음 장입니다.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네 지점이 어디에 놓이는지 그림으로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핵심 문항 4종이 모두 2점 이상인가. 통과입니다. ML2 진입, 나머지 쉰한 문항 가운데 절반 이상이 3점인가. 서른여섯, 70.6%로 통과입니다. ML3 진입, 핵심 문항 4종이 모두 3점 이상인가.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왔는가. 다음 장입니다.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표준이 비워 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