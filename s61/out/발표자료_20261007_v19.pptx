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18872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188720"/>
            <a:ext cx="9697620" cy="370111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