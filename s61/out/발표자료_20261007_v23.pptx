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서로를 전제하지 않는 탓에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각각 어느 표준에서 가져왔는지 말씀드리면, 업무를 적는 형식은 ISO/IEC 33004와 KS X ISO 8000-61에서, 점수를 매기는 틀은 ISO/IEC 33020과 33003에서, 점수를 수준으로 바꾸는 원리는 KS X ISO 8000-62와 ISO/IEC 33004에서 가져왔습니다. 평가의 수행은 ISO/IEC 33002를 따랐습니다.</a:t>
            </a:r>
          </a:p>
          <a:p>
            <a:r>
              <a:rPr sz="1200">
                <a:latin typeface="맑은 고딕"/>
                <a:ea typeface="맑은 고딕"/>
              </a:rPr>
              <a:t>판정 구조는 KS X ISO 8000-62를, 모델 형식과 평가 방법은 ISO/IEC 33000 계열을 따랐고, 그 적용 선례는 국내 공공데이터 연구입니다.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〔조항 번호는 읽지 않는다 —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영문으로 Linkage Maturity Assessment, 줄여서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네 지점이 어디에 놓이는지 그림으로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조건, 핵심 문항 4종이 모두 2점 이상이어서 통과입니다. ML2 진입 조건, 나머지 쉰한 문항 가운데 절반 이상이 3점이어서 통과입니다. 서른여섯, 70.6%입니다. ML3 진입 조건, 핵심 문항 4종이 모두 3점 이상이어야 하는데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왔는지, 다음 장에서 보겠습니다.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B-Q1~B-Q13 예상 질문. 전문은 예상 질문 v7(48문).〕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모델은 한 번에 설계되지 않았습니다. 일곱 단계로 다듬었습니다.</a:t>
            </a:r>
          </a:p>
          <a:p>
            <a:r>
              <a:rPr sz="1200">
                <a:latin typeface="맑은 고딕"/>
                <a:ea typeface="맑은 고딕"/>
              </a:rPr>
              <a:t>2025년 9월에 두 표준 연계의 목적과 범위를 정리하였고, 10월에 ISO 14001 전 조항 검토표와 연계표, 성숙도표를 만들었습니다.</a:t>
            </a:r>
          </a:p>
          <a:p>
            <a:r>
              <a:rPr sz="1200">
                <a:latin typeface="맑은 고딕"/>
                <a:ea typeface="맑은 고딕"/>
              </a:rPr>
              <a:t>2026년 3월에 전조항 분석으로 평가 문항 쉰다섯 개와 판정 포인트를 정했고, 6월에 문항별 체크포인트와 행동기술척도, 곧 BARS 앵커 체계, 핵심 문항 4종을 정하고 잠정 채점을 하였습니다. 7월에 체크포인트 단위로 전수 재검증하여 종합 2.85, ML2로 확정하였습니다.</a:t>
            </a:r>
          </a:p>
          <a:p>
            <a:r>
              <a:rPr sz="1200">
                <a:latin typeface="맑은 고딕"/>
                <a:ea typeface="맑은 고딕"/>
              </a:rPr>
              <a:t>8월에 ISO/IEC 33000 계열과 KS X ISO 8000-61, 8000-62에 대조하여 판정 규칙과 연계 프로세스 16종 편성을 보완하였고, 9월에 지도교수 검토와 용어·구조 정리, 33004 자체점검 24건을 마쳤습니다.</a:t>
            </a:r>
          </a:p>
          <a:p>
            <a:r>
              <a:rPr sz="1200">
                <a:latin typeface="맑은 고딕"/>
                <a:ea typeface="맑은 고딕"/>
              </a:rPr>
              <a:t>표준 대조가 모델을 실제로 보완하였습니다. 최소충족 판정은 KS X ISO 8000-62 4.5.1에서, 수준별 프로세스 집합의 도출 규칙은 ISO/IEC 33004 7.3.6에서, 프로세스 기술 형식은 KS X ISO 8000-61 5.3에서 가져왔습니다.</a:t>
            </a:r>
          </a:p>
          <a:p>
            <a:r>
              <a:rPr sz="1200">
                <a:latin typeface="맑은 고딕"/>
                <a:ea typeface="맑은 고딕"/>
              </a:rPr>
              <a:t>이제 이 도구로 한 기업을 평가한 결과입니다.</a:t>
            </a:r>
          </a:p>
          <a:p>
            <a:r>
              <a:rPr sz="1200">
                <a:latin typeface="맑은 고딕"/>
                <a:ea typeface="맑은 고딕"/>
              </a:rPr>
              <a:t>〔「처음 설계와 무엇이 달라졌나」 → 2025년 10월 성숙도표의 수준 이름이 현행 문항 점수 이름(1~5점)의 유래, 성숙도 수준 이름과는 별개(예상 질문 17번). 55문항을 16종으로 묶은 기준·명칭·경계는 연구자가 확정하고 지도교수 검토(3.2.1 K1~K4). 1분〕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표준이 비워 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