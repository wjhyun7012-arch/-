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있었는가. 다음 장입니다.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핵심 문항 4종이 모두 2점 이상인가. 통과입니다. ML2 진입, 나머지 쉰한 문항 가운데 절반 이상이 3점인가. 서른여섯, 70.6%로 통과입니다. ML3 진입, 핵심 문항 4종이 모두 3점 이상인가.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왔는가. 다음 장입니다.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설계와 두 표준의 전 조항 대조, 55문항과 채점 기준, A사 판정과 개선 과제, 그리고 모든 결정은 제가 했습니다. AI는 제가 세운 구성안과 로드맵의 검토·수정, 55문항을 연계 프로세스 16종으로 편성하는 초안, 표준 원문을 확보한 뒤의 대조 보조, 문장 다듬기와 상호 참조 점검, 그림과 검토표 작성에 썼습니다. 표준 조항과 인용은 원문을 확인한 것만 넣었고,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표준이 비워 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조항·수치는 원문과 연구자가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표준 조항·인용은 원문을 확인한 것만 넣음</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